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1116012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8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an-Anh Bui" userId="31e4dc77-7c7c-4098-a9e6-c08d56111f33" providerId="ADAL" clId="{478EDEAA-65A4-4F82-862D-3130D85F5A43}"/>
    <pc:docChg chg="undo modSld">
      <pc:chgData name="Tuan-Anh Bui" userId="31e4dc77-7c7c-4098-a9e6-c08d56111f33" providerId="ADAL" clId="{478EDEAA-65A4-4F82-862D-3130D85F5A43}" dt="2025-03-25T15:35:29.987" v="13" actId="114"/>
      <pc:docMkLst>
        <pc:docMk/>
      </pc:docMkLst>
      <pc:sldChg chg="addSp delSp modSp">
        <pc:chgData name="Tuan-Anh Bui" userId="31e4dc77-7c7c-4098-a9e6-c08d56111f33" providerId="ADAL" clId="{478EDEAA-65A4-4F82-862D-3130D85F5A43}" dt="2025-03-25T15:35:29.987" v="13" actId="114"/>
        <pc:sldMkLst>
          <pc:docMk/>
          <pc:sldMk cId="576563766" sldId="256"/>
        </pc:sldMkLst>
        <pc:spChg chg="mod">
          <ac:chgData name="Tuan-Anh Bui" userId="31e4dc77-7c7c-4098-a9e6-c08d56111f33" providerId="ADAL" clId="{478EDEAA-65A4-4F82-862D-3130D85F5A43}" dt="2025-03-25T15:34:50.795" v="1" actId="114"/>
          <ac:spMkLst>
            <pc:docMk/>
            <pc:sldMk cId="576563766" sldId="256"/>
            <ac:spMk id="5" creationId="{9C02FEAB-865E-4720-8E09-31A2470D9CA8}"/>
          </ac:spMkLst>
        </pc:spChg>
        <pc:spChg chg="mod">
          <ac:chgData name="Tuan-Anh Bui" userId="31e4dc77-7c7c-4098-a9e6-c08d56111f33" providerId="ADAL" clId="{478EDEAA-65A4-4F82-862D-3130D85F5A43}" dt="2025-03-25T15:35:04.390" v="4" actId="114"/>
          <ac:spMkLst>
            <pc:docMk/>
            <pc:sldMk cId="576563766" sldId="256"/>
            <ac:spMk id="9" creationId="{0C603430-6BC7-40C8-A55C-DABEA830385C}"/>
          </ac:spMkLst>
        </pc:spChg>
        <pc:spChg chg="mod">
          <ac:chgData name="Tuan-Anh Bui" userId="31e4dc77-7c7c-4098-a9e6-c08d56111f33" providerId="ADAL" clId="{478EDEAA-65A4-4F82-862D-3130D85F5A43}" dt="2025-03-25T15:35:10.709" v="6" actId="114"/>
          <ac:spMkLst>
            <pc:docMk/>
            <pc:sldMk cId="576563766" sldId="256"/>
            <ac:spMk id="12" creationId="{254DAA3D-C245-4E29-A532-E78E258A2EEC}"/>
          </ac:spMkLst>
        </pc:spChg>
        <pc:spChg chg="mod">
          <ac:chgData name="Tuan-Anh Bui" userId="31e4dc77-7c7c-4098-a9e6-c08d56111f33" providerId="ADAL" clId="{478EDEAA-65A4-4F82-862D-3130D85F5A43}" dt="2025-03-25T15:35:29.987" v="13" actId="114"/>
          <ac:spMkLst>
            <pc:docMk/>
            <pc:sldMk cId="576563766" sldId="256"/>
            <ac:spMk id="15" creationId="{44104B0B-CA56-41C6-861B-218CC46047EF}"/>
          </ac:spMkLst>
        </pc:spChg>
        <pc:spChg chg="mod">
          <ac:chgData name="Tuan-Anh Bui" userId="31e4dc77-7c7c-4098-a9e6-c08d56111f33" providerId="ADAL" clId="{478EDEAA-65A4-4F82-862D-3130D85F5A43}" dt="2025-03-25T15:35:27.046" v="12" actId="114"/>
          <ac:spMkLst>
            <pc:docMk/>
            <pc:sldMk cId="576563766" sldId="256"/>
            <ac:spMk id="18" creationId="{7AB95024-2E6C-4569-B874-AB985A53D7B8}"/>
          </ac:spMkLst>
        </pc:spChg>
        <pc:spChg chg="mod">
          <ac:chgData name="Tuan-Anh Bui" userId="31e4dc77-7c7c-4098-a9e6-c08d56111f33" providerId="ADAL" clId="{478EDEAA-65A4-4F82-862D-3130D85F5A43}" dt="2025-03-25T15:35:24.247" v="11" actId="114"/>
          <ac:spMkLst>
            <pc:docMk/>
            <pc:sldMk cId="576563766" sldId="256"/>
            <ac:spMk id="21" creationId="{29130F36-F9E4-4024-8D28-E4F5B6A88374}"/>
          </ac:spMkLst>
        </pc:spChg>
        <pc:cxnChg chg="add del mod">
          <ac:chgData name="Tuan-Anh Bui" userId="31e4dc77-7c7c-4098-a9e6-c08d56111f33" providerId="ADAL" clId="{478EDEAA-65A4-4F82-862D-3130D85F5A43}" dt="2025-03-25T15:35:20.345" v="10"/>
          <ac:cxnSpMkLst>
            <pc:docMk/>
            <pc:sldMk cId="576563766" sldId="256"/>
            <ac:cxnSpMk id="30" creationId="{19CDF012-29C3-4A3A-B213-2AC936162BA8}"/>
          </ac:cxnSpMkLst>
        </pc:cxnChg>
      </pc:sldChg>
    </pc:docChg>
  </pc:docChgLst>
  <pc:docChgLst>
    <pc:chgData name="Tuan-Anh Bui" userId="31e4dc77-7c7c-4098-a9e6-c08d56111f33" providerId="ADAL" clId="{F5CAEEBB-581A-44E3-A079-AF852F0C9044}"/>
  </pc:docChgLst>
  <pc:docChgLst>
    <pc:chgData name="Tuan-Anh Bui" userId="31e4dc77-7c7c-4098-a9e6-c08d56111f33" providerId="ADAL" clId="{B52A113F-6611-4C2C-B86F-957C18059596}"/>
    <pc:docChg chg="undo modSld">
      <pc:chgData name="Tuan-Anh Bui" userId="31e4dc77-7c7c-4098-a9e6-c08d56111f33" providerId="ADAL" clId="{B52A113F-6611-4C2C-B86F-957C18059596}" dt="2025-05-05T07:14:32.268" v="5" actId="1076"/>
      <pc:docMkLst>
        <pc:docMk/>
      </pc:docMkLst>
      <pc:sldChg chg="modSp">
        <pc:chgData name="Tuan-Anh Bui" userId="31e4dc77-7c7c-4098-a9e6-c08d56111f33" providerId="ADAL" clId="{B52A113F-6611-4C2C-B86F-957C18059596}" dt="2025-05-05T07:14:32.268" v="5" actId="1076"/>
        <pc:sldMkLst>
          <pc:docMk/>
          <pc:sldMk cId="576563766" sldId="256"/>
        </pc:sldMkLst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4" creationId="{33D5CB02-2417-4D7F-A5C0-6699EBE03FFE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5" creationId="{9C02FEAB-865E-4720-8E09-31A2470D9CA8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8" creationId="{63D529E3-ACFD-4FEE-B659-D9257D5C3261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9" creationId="{0C603430-6BC7-40C8-A55C-DABEA830385C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11" creationId="{B26277C8-7595-43FB-856B-F7E0C12E0465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12" creationId="{254DAA3D-C245-4E29-A532-E78E258A2EEC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14" creationId="{2588DA7F-C010-40EF-8255-470A49513C40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15" creationId="{44104B0B-CA56-41C6-861B-218CC46047EF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17" creationId="{7D35FA63-8672-4F6A-869F-0C5BF197A4A2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18" creationId="{7AB95024-2E6C-4569-B874-AB985A53D7B8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20" creationId="{A16078F9-81FE-45EE-8EDB-25D198332AB8}"/>
          </ac:spMkLst>
        </pc:spChg>
        <pc:spChg chg="mod">
          <ac:chgData name="Tuan-Anh Bui" userId="31e4dc77-7c7c-4098-a9e6-c08d56111f33" providerId="ADAL" clId="{B52A113F-6611-4C2C-B86F-957C18059596}" dt="2025-05-05T07:13:32.531" v="0" actId="2711"/>
          <ac:spMkLst>
            <pc:docMk/>
            <pc:sldMk cId="576563766" sldId="256"/>
            <ac:spMk id="21" creationId="{29130F36-F9E4-4024-8D28-E4F5B6A88374}"/>
          </ac:spMkLst>
        </pc:spChg>
        <pc:spChg chg="mod">
          <ac:chgData name="Tuan-Anh Bui" userId="31e4dc77-7c7c-4098-a9e6-c08d56111f33" providerId="ADAL" clId="{B52A113F-6611-4C2C-B86F-957C18059596}" dt="2025-05-05T07:14:32.268" v="5" actId="1076"/>
          <ac:spMkLst>
            <pc:docMk/>
            <pc:sldMk cId="576563766" sldId="256"/>
            <ac:spMk id="41" creationId="{961AEF4D-F17C-4390-A81C-B5A39903E5EE}"/>
          </ac:spMkLst>
        </pc:spChg>
        <pc:spChg chg="mod">
          <ac:chgData name="Tuan-Anh Bui" userId="31e4dc77-7c7c-4098-a9e6-c08d56111f33" providerId="ADAL" clId="{B52A113F-6611-4C2C-B86F-957C18059596}" dt="2025-05-05T07:14:32.268" v="5" actId="1076"/>
          <ac:spMkLst>
            <pc:docMk/>
            <pc:sldMk cId="576563766" sldId="256"/>
            <ac:spMk id="45" creationId="{28D78672-FE8D-46AF-993F-699EFDAB4E60}"/>
          </ac:spMkLst>
        </pc:spChg>
        <pc:spChg chg="mod">
          <ac:chgData name="Tuan-Anh Bui" userId="31e4dc77-7c7c-4098-a9e6-c08d56111f33" providerId="ADAL" clId="{B52A113F-6611-4C2C-B86F-957C18059596}" dt="2025-05-05T07:14:32.268" v="5" actId="1076"/>
          <ac:spMkLst>
            <pc:docMk/>
            <pc:sldMk cId="576563766" sldId="256"/>
            <ac:spMk id="46" creationId="{5154CFAD-3D17-4DE9-AC72-56C0B5BC2CC8}"/>
          </ac:spMkLst>
        </pc:spChg>
        <pc:grpChg chg="mod">
          <ac:chgData name="Tuan-Anh Bui" userId="31e4dc77-7c7c-4098-a9e6-c08d56111f33" providerId="ADAL" clId="{B52A113F-6611-4C2C-B86F-957C18059596}" dt="2025-05-05T07:14:32.268" v="5" actId="1076"/>
          <ac:grpSpMkLst>
            <pc:docMk/>
            <pc:sldMk cId="576563766" sldId="256"/>
            <ac:grpSpMk id="6" creationId="{58DDDC31-7270-4813-B836-7C7552B9A393}"/>
          </ac:grpSpMkLst>
        </pc:grpChg>
        <pc:grpChg chg="mod">
          <ac:chgData name="Tuan-Anh Bui" userId="31e4dc77-7c7c-4098-a9e6-c08d56111f33" providerId="ADAL" clId="{B52A113F-6611-4C2C-B86F-957C18059596}" dt="2025-05-05T07:14:32.268" v="5" actId="1076"/>
          <ac:grpSpMkLst>
            <pc:docMk/>
            <pc:sldMk cId="576563766" sldId="256"/>
            <ac:grpSpMk id="7" creationId="{DD51A39F-98A4-47CE-8052-894AD92A1923}"/>
          </ac:grpSpMkLst>
        </pc:grpChg>
        <pc:grpChg chg="mod">
          <ac:chgData name="Tuan-Anh Bui" userId="31e4dc77-7c7c-4098-a9e6-c08d56111f33" providerId="ADAL" clId="{B52A113F-6611-4C2C-B86F-957C18059596}" dt="2025-05-05T07:14:32.268" v="5" actId="1076"/>
          <ac:grpSpMkLst>
            <pc:docMk/>
            <pc:sldMk cId="576563766" sldId="256"/>
            <ac:grpSpMk id="10" creationId="{8242AA4F-C60B-4F82-BB35-3BC9A2CBDB5D}"/>
          </ac:grpSpMkLst>
        </pc:grpChg>
        <pc:grpChg chg="mod">
          <ac:chgData name="Tuan-Anh Bui" userId="31e4dc77-7c7c-4098-a9e6-c08d56111f33" providerId="ADAL" clId="{B52A113F-6611-4C2C-B86F-957C18059596}" dt="2025-05-05T07:14:32.268" v="5" actId="1076"/>
          <ac:grpSpMkLst>
            <pc:docMk/>
            <pc:sldMk cId="576563766" sldId="256"/>
            <ac:grpSpMk id="13" creationId="{A552EAC3-C3EE-42C9-A53A-8E70B4A05DBF}"/>
          </ac:grpSpMkLst>
        </pc:grpChg>
        <pc:grpChg chg="mod">
          <ac:chgData name="Tuan-Anh Bui" userId="31e4dc77-7c7c-4098-a9e6-c08d56111f33" providerId="ADAL" clId="{B52A113F-6611-4C2C-B86F-957C18059596}" dt="2025-05-05T07:14:32.268" v="5" actId="1076"/>
          <ac:grpSpMkLst>
            <pc:docMk/>
            <pc:sldMk cId="576563766" sldId="256"/>
            <ac:grpSpMk id="16" creationId="{F90AD23B-4161-41A8-B4E2-3B831A83EBC9}"/>
          </ac:grpSpMkLst>
        </pc:grpChg>
        <pc:grpChg chg="mod">
          <ac:chgData name="Tuan-Anh Bui" userId="31e4dc77-7c7c-4098-a9e6-c08d56111f33" providerId="ADAL" clId="{B52A113F-6611-4C2C-B86F-957C18059596}" dt="2025-05-05T07:14:32.268" v="5" actId="1076"/>
          <ac:grpSpMkLst>
            <pc:docMk/>
            <pc:sldMk cId="576563766" sldId="256"/>
            <ac:grpSpMk id="19" creationId="{7760887B-D83D-4AB8-87AE-771A2CC14E0B}"/>
          </ac:grpSpMkLst>
        </pc:grp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23" creationId="{BAB8C5F6-9157-48F9-A397-24DFABB72505}"/>
          </ac:cxnSpMkLst>
        </pc:cxn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26" creationId="{FC5A2104-EC5F-4308-9EB2-97D9148AFF53}"/>
          </ac:cxnSpMkLst>
        </pc:cxn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29" creationId="{8EBAFDC9-1E91-4B95-AF64-CAE55088C01F}"/>
          </ac:cxnSpMkLst>
        </pc:cxn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32" creationId="{11859681-E2E0-4CA2-9D77-069C61F7458D}"/>
          </ac:cxnSpMkLst>
        </pc:cxn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35" creationId="{1BA12E96-2A67-423F-8DBC-0298839D4A61}"/>
          </ac:cxnSpMkLst>
        </pc:cxn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38" creationId="{DAF54C65-EF0D-425C-8B49-4F6D7ED0BD0E}"/>
          </ac:cxnSpMkLst>
        </pc:cxnChg>
        <pc:cxnChg chg="mod">
          <ac:chgData name="Tuan-Anh Bui" userId="31e4dc77-7c7c-4098-a9e6-c08d56111f33" providerId="ADAL" clId="{B52A113F-6611-4C2C-B86F-957C18059596}" dt="2025-05-05T07:14:32.268" v="5" actId="1076"/>
          <ac:cxnSpMkLst>
            <pc:docMk/>
            <pc:sldMk cId="576563766" sldId="256"/>
            <ac:cxnSpMk id="39" creationId="{DC691E23-AB6E-4EF9-B101-AA4CE1623B0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16" y="706933"/>
            <a:ext cx="8370094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2268784"/>
            <a:ext cx="8370094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02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35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6" y="1076898"/>
            <a:ext cx="9625608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6" y="2890725"/>
            <a:ext cx="9625608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26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1149890"/>
            <a:ext cx="4743053" cy="27407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1149890"/>
            <a:ext cx="4743053" cy="27407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59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229978"/>
            <a:ext cx="9625608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2" y="1058899"/>
            <a:ext cx="472125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2" y="1577849"/>
            <a:ext cx="4721256" cy="23207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3" y="1058899"/>
            <a:ext cx="474450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3" y="1577849"/>
            <a:ext cx="4744507" cy="23207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77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6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79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287972"/>
            <a:ext cx="3599430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621941"/>
            <a:ext cx="5649813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1295877"/>
            <a:ext cx="3599430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28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287972"/>
            <a:ext cx="3599430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621941"/>
            <a:ext cx="5649813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1295877"/>
            <a:ext cx="3599430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02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8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4" y="229978"/>
            <a:ext cx="2406402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229978"/>
            <a:ext cx="7079704" cy="36606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91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229978"/>
            <a:ext cx="9625608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1149890"/>
            <a:ext cx="9625608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4003618"/>
            <a:ext cx="251102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4A0E3-CDE3-4B49-9703-9183D4AA9CA8}" type="datetimeFigureOut">
              <a:rPr lang="en-GB" smtClean="0"/>
              <a:t>05/05/2025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4003618"/>
            <a:ext cx="376654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4003618"/>
            <a:ext cx="251102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116E6-E00D-4ECB-98FD-524818BEB5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28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8DDDC31-7270-4813-B836-7C7552B9A393}"/>
              </a:ext>
            </a:extLst>
          </p:cNvPr>
          <p:cNvGrpSpPr/>
          <p:nvPr/>
        </p:nvGrpSpPr>
        <p:grpSpPr>
          <a:xfrm>
            <a:off x="4325527" y="541115"/>
            <a:ext cx="1151068" cy="1151068"/>
            <a:chOff x="3356386" y="1699708"/>
            <a:chExt cx="1151068" cy="115106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3D5CB02-2417-4D7F-A5C0-6699EBE03FFE}"/>
                </a:ext>
              </a:extLst>
            </p:cNvPr>
            <p:cNvSpPr/>
            <p:nvPr/>
          </p:nvSpPr>
          <p:spPr>
            <a:xfrm>
              <a:off x="3356386" y="1699708"/>
              <a:ext cx="1151068" cy="11510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02FEAB-865E-4720-8E09-31A2470D9CA8}"/>
                </a:ext>
              </a:extLst>
            </p:cNvPr>
            <p:cNvSpPr txBox="1"/>
            <p:nvPr/>
          </p:nvSpPr>
          <p:spPr>
            <a:xfrm>
              <a:off x="3356386" y="1998243"/>
              <a:ext cx="11510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i="1" dirty="0">
                  <a:cs typeface="Arial" panose="020B0604020202020204" pitchFamily="34" charset="0"/>
                </a:rPr>
                <a:t>l</a:t>
              </a:r>
              <a:r>
                <a:rPr lang="en-US" sz="3000" i="1" baseline="-25000" dirty="0">
                  <a:cs typeface="Arial" panose="020B0604020202020204" pitchFamily="34" charset="0"/>
                </a:rPr>
                <a:t>t-1</a:t>
              </a:r>
              <a:endParaRPr lang="en-GB" sz="3000" i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1A39F-98A4-47CE-8052-894AD92A1923}"/>
              </a:ext>
            </a:extLst>
          </p:cNvPr>
          <p:cNvGrpSpPr/>
          <p:nvPr/>
        </p:nvGrpSpPr>
        <p:grpSpPr>
          <a:xfrm>
            <a:off x="6489607" y="541115"/>
            <a:ext cx="1151068" cy="1151068"/>
            <a:chOff x="3356386" y="1699708"/>
            <a:chExt cx="1151068" cy="115106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D529E3-ACFD-4FEE-B659-D9257D5C3261}"/>
                </a:ext>
              </a:extLst>
            </p:cNvPr>
            <p:cNvSpPr/>
            <p:nvPr/>
          </p:nvSpPr>
          <p:spPr>
            <a:xfrm>
              <a:off x="3356386" y="1699708"/>
              <a:ext cx="1151068" cy="11510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603430-6BC7-40C8-A55C-DABEA830385C}"/>
                </a:ext>
              </a:extLst>
            </p:cNvPr>
            <p:cNvSpPr txBox="1"/>
            <p:nvPr/>
          </p:nvSpPr>
          <p:spPr>
            <a:xfrm>
              <a:off x="3356386" y="1998243"/>
              <a:ext cx="11510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i="1" dirty="0" err="1">
                  <a:cs typeface="Arial" panose="020B0604020202020204" pitchFamily="34" charset="0"/>
                </a:rPr>
                <a:t>l</a:t>
              </a:r>
              <a:r>
                <a:rPr lang="en-US" sz="3000" i="1" baseline="-25000" dirty="0" err="1">
                  <a:cs typeface="Arial" panose="020B0604020202020204" pitchFamily="34" charset="0"/>
                </a:rPr>
                <a:t>t</a:t>
              </a:r>
              <a:endParaRPr lang="en-GB" sz="3000" i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42AA4F-C60B-4F82-BB35-3BC9A2CBDB5D}"/>
              </a:ext>
            </a:extLst>
          </p:cNvPr>
          <p:cNvGrpSpPr/>
          <p:nvPr/>
        </p:nvGrpSpPr>
        <p:grpSpPr>
          <a:xfrm>
            <a:off x="8653687" y="541115"/>
            <a:ext cx="1151068" cy="1151068"/>
            <a:chOff x="3356386" y="1699708"/>
            <a:chExt cx="1151068" cy="115106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6277C8-7595-43FB-856B-F7E0C12E0465}"/>
                </a:ext>
              </a:extLst>
            </p:cNvPr>
            <p:cNvSpPr/>
            <p:nvPr/>
          </p:nvSpPr>
          <p:spPr>
            <a:xfrm>
              <a:off x="3356386" y="1699708"/>
              <a:ext cx="1151068" cy="11510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4DAA3D-C245-4E29-A532-E78E258A2EEC}"/>
                </a:ext>
              </a:extLst>
            </p:cNvPr>
            <p:cNvSpPr txBox="1"/>
            <p:nvPr/>
          </p:nvSpPr>
          <p:spPr>
            <a:xfrm>
              <a:off x="3356386" y="1998243"/>
              <a:ext cx="11510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i="1" dirty="0">
                  <a:cs typeface="Arial" panose="020B0604020202020204" pitchFamily="34" charset="0"/>
                </a:rPr>
                <a:t>l</a:t>
              </a:r>
              <a:r>
                <a:rPr lang="en-US" sz="3000" i="1" baseline="-25000" dirty="0">
                  <a:cs typeface="Arial" panose="020B0604020202020204" pitchFamily="34" charset="0"/>
                </a:rPr>
                <a:t>t+1</a:t>
              </a:r>
              <a:endParaRPr lang="en-GB" sz="3000" i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52EAC3-C3EE-42C9-A53A-8E70B4A05DBF}"/>
              </a:ext>
            </a:extLst>
          </p:cNvPr>
          <p:cNvGrpSpPr/>
          <p:nvPr/>
        </p:nvGrpSpPr>
        <p:grpSpPr>
          <a:xfrm>
            <a:off x="4325527" y="2468527"/>
            <a:ext cx="1151068" cy="1151068"/>
            <a:chOff x="3356386" y="1699708"/>
            <a:chExt cx="1151068" cy="115106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588DA7F-C010-40EF-8255-470A49513C40}"/>
                </a:ext>
              </a:extLst>
            </p:cNvPr>
            <p:cNvSpPr/>
            <p:nvPr/>
          </p:nvSpPr>
          <p:spPr>
            <a:xfrm>
              <a:off x="3356386" y="1699708"/>
              <a:ext cx="1151068" cy="11510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104B0B-CA56-41C6-861B-218CC46047EF}"/>
                </a:ext>
              </a:extLst>
            </p:cNvPr>
            <p:cNvSpPr txBox="1"/>
            <p:nvPr/>
          </p:nvSpPr>
          <p:spPr>
            <a:xfrm>
              <a:off x="3356386" y="1998243"/>
              <a:ext cx="11510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i="1" dirty="0">
                  <a:cs typeface="Arial" panose="020B0604020202020204" pitchFamily="34" charset="0"/>
                </a:rPr>
                <a:t>S</a:t>
              </a:r>
              <a:r>
                <a:rPr lang="en-US" sz="3000" i="1" baseline="-25000" dirty="0">
                  <a:cs typeface="Arial" panose="020B0604020202020204" pitchFamily="34" charset="0"/>
                </a:rPr>
                <a:t>t-1</a:t>
              </a:r>
              <a:endParaRPr lang="en-GB" sz="3000" i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0AD23B-4161-41A8-B4E2-3B831A83EBC9}"/>
              </a:ext>
            </a:extLst>
          </p:cNvPr>
          <p:cNvGrpSpPr/>
          <p:nvPr/>
        </p:nvGrpSpPr>
        <p:grpSpPr>
          <a:xfrm>
            <a:off x="6489607" y="2468527"/>
            <a:ext cx="1151068" cy="1151068"/>
            <a:chOff x="3356386" y="1699708"/>
            <a:chExt cx="1151068" cy="11510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35FA63-8672-4F6A-869F-0C5BF197A4A2}"/>
                </a:ext>
              </a:extLst>
            </p:cNvPr>
            <p:cNvSpPr/>
            <p:nvPr/>
          </p:nvSpPr>
          <p:spPr>
            <a:xfrm>
              <a:off x="3356386" y="1699708"/>
              <a:ext cx="1151068" cy="11510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B95024-2E6C-4569-B874-AB985A53D7B8}"/>
                </a:ext>
              </a:extLst>
            </p:cNvPr>
            <p:cNvSpPr txBox="1"/>
            <p:nvPr/>
          </p:nvSpPr>
          <p:spPr>
            <a:xfrm>
              <a:off x="3356386" y="1998243"/>
              <a:ext cx="11510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i="1" dirty="0">
                  <a:cs typeface="Arial" panose="020B0604020202020204" pitchFamily="34" charset="0"/>
                </a:rPr>
                <a:t>S</a:t>
              </a:r>
              <a:r>
                <a:rPr lang="en-US" sz="3000" i="1" baseline="-25000" dirty="0">
                  <a:cs typeface="Arial" panose="020B0604020202020204" pitchFamily="34" charset="0"/>
                </a:rPr>
                <a:t>t</a:t>
              </a:r>
              <a:endParaRPr lang="en-GB" sz="3000" i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60887B-D83D-4AB8-87AE-771A2CC14E0B}"/>
              </a:ext>
            </a:extLst>
          </p:cNvPr>
          <p:cNvGrpSpPr/>
          <p:nvPr/>
        </p:nvGrpSpPr>
        <p:grpSpPr>
          <a:xfrm>
            <a:off x="8653687" y="2468527"/>
            <a:ext cx="1151068" cy="1151068"/>
            <a:chOff x="3356386" y="1699708"/>
            <a:chExt cx="1151068" cy="115106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6078F9-81FE-45EE-8EDB-25D198332AB8}"/>
                </a:ext>
              </a:extLst>
            </p:cNvPr>
            <p:cNvSpPr/>
            <p:nvPr/>
          </p:nvSpPr>
          <p:spPr>
            <a:xfrm>
              <a:off x="3356386" y="1699708"/>
              <a:ext cx="1151068" cy="115106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130F36-F9E4-4024-8D28-E4F5B6A88374}"/>
                </a:ext>
              </a:extLst>
            </p:cNvPr>
            <p:cNvSpPr txBox="1"/>
            <p:nvPr/>
          </p:nvSpPr>
          <p:spPr>
            <a:xfrm>
              <a:off x="3356386" y="1998243"/>
              <a:ext cx="11510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i="1" dirty="0">
                  <a:cs typeface="Arial" panose="020B0604020202020204" pitchFamily="34" charset="0"/>
                </a:rPr>
                <a:t>S</a:t>
              </a:r>
              <a:r>
                <a:rPr lang="en-US" sz="3000" i="1" baseline="-25000" dirty="0">
                  <a:cs typeface="Arial" panose="020B0604020202020204" pitchFamily="34" charset="0"/>
                </a:rPr>
                <a:t>t+1</a:t>
              </a:r>
              <a:endParaRPr lang="en-GB" sz="3000" i="1" dirty="0">
                <a:cs typeface="Arial" panose="020B0604020202020204" pitchFamily="34" charset="0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B8C5F6-9157-48F9-A397-24DFABB72505}"/>
              </a:ext>
            </a:extLst>
          </p:cNvPr>
          <p:cNvCxnSpPr>
            <a:cxnSpLocks/>
            <a:stCxn id="14" idx="0"/>
            <a:endCxn id="4" idx="4"/>
          </p:cNvCxnSpPr>
          <p:nvPr/>
        </p:nvCxnSpPr>
        <p:spPr>
          <a:xfrm flipV="1">
            <a:off x="4901061" y="1692183"/>
            <a:ext cx="0" cy="776344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5A2104-EC5F-4308-9EB2-97D9148AFF53}"/>
              </a:ext>
            </a:extLst>
          </p:cNvPr>
          <p:cNvCxnSpPr>
            <a:cxnSpLocks/>
            <a:stCxn id="17" idx="0"/>
            <a:endCxn id="8" idx="4"/>
          </p:cNvCxnSpPr>
          <p:nvPr/>
        </p:nvCxnSpPr>
        <p:spPr>
          <a:xfrm flipV="1">
            <a:off x="7065141" y="1692183"/>
            <a:ext cx="0" cy="776344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EBAFDC9-1E91-4B95-AF64-CAE55088C01F}"/>
              </a:ext>
            </a:extLst>
          </p:cNvPr>
          <p:cNvCxnSpPr>
            <a:cxnSpLocks/>
            <a:stCxn id="20" idx="0"/>
            <a:endCxn id="11" idx="4"/>
          </p:cNvCxnSpPr>
          <p:nvPr/>
        </p:nvCxnSpPr>
        <p:spPr>
          <a:xfrm flipV="1">
            <a:off x="9229221" y="1692183"/>
            <a:ext cx="0" cy="776344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859681-E2E0-4CA2-9D77-069C61F7458D}"/>
              </a:ext>
            </a:extLst>
          </p:cNvPr>
          <p:cNvCxnSpPr>
            <a:cxnSpLocks/>
            <a:stCxn id="15" idx="3"/>
            <a:endCxn id="17" idx="2"/>
          </p:cNvCxnSpPr>
          <p:nvPr/>
        </p:nvCxnSpPr>
        <p:spPr>
          <a:xfrm>
            <a:off x="5476595" y="3044061"/>
            <a:ext cx="1013012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BA12E96-2A67-423F-8DBC-0298839D4A61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7640675" y="3044061"/>
            <a:ext cx="1013012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F54C65-EF0D-425C-8B49-4F6D7ED0BD0E}"/>
              </a:ext>
            </a:extLst>
          </p:cNvPr>
          <p:cNvCxnSpPr>
            <a:cxnSpLocks/>
          </p:cNvCxnSpPr>
          <p:nvPr/>
        </p:nvCxnSpPr>
        <p:spPr>
          <a:xfrm>
            <a:off x="9804755" y="3044061"/>
            <a:ext cx="101301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691E23-AB6E-4EF9-B101-AA4CE1623B0F}"/>
              </a:ext>
            </a:extLst>
          </p:cNvPr>
          <p:cNvCxnSpPr>
            <a:cxnSpLocks/>
            <a:stCxn id="41" idx="6"/>
            <a:endCxn id="15" idx="1"/>
          </p:cNvCxnSpPr>
          <p:nvPr/>
        </p:nvCxnSpPr>
        <p:spPr>
          <a:xfrm>
            <a:off x="3312519" y="3044061"/>
            <a:ext cx="1013011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961AEF4D-F17C-4390-A81C-B5A39903E5EE}"/>
              </a:ext>
            </a:extLst>
          </p:cNvPr>
          <p:cNvSpPr/>
          <p:nvPr/>
        </p:nvSpPr>
        <p:spPr>
          <a:xfrm>
            <a:off x="2161448" y="2468527"/>
            <a:ext cx="1151068" cy="1151068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D78672-FE8D-46AF-993F-699EFDAB4E60}"/>
              </a:ext>
            </a:extLst>
          </p:cNvPr>
          <p:cNvSpPr txBox="1"/>
          <p:nvPr/>
        </p:nvSpPr>
        <p:spPr>
          <a:xfrm>
            <a:off x="151560" y="839650"/>
            <a:ext cx="2850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cs typeface="Arial" panose="020B0604020202020204" pitchFamily="34" charset="0"/>
              </a:rPr>
              <a:t>observations</a:t>
            </a:r>
            <a:endParaRPr lang="en-GB" sz="3000" b="1" dirty="0"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54CFAD-3D17-4DE9-AC72-56C0B5BC2CC8}"/>
              </a:ext>
            </a:extLst>
          </p:cNvPr>
          <p:cNvSpPr txBox="1"/>
          <p:nvPr/>
        </p:nvSpPr>
        <p:spPr>
          <a:xfrm>
            <a:off x="151558" y="2767062"/>
            <a:ext cx="2859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cs typeface="Arial" panose="020B0604020202020204" pitchFamily="34" charset="0"/>
              </a:rPr>
              <a:t>hidden states</a:t>
            </a:r>
            <a:endParaRPr lang="en-GB" sz="3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6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744D9A9E29D54CA5A28E039B7C1615" ma:contentTypeVersion="18" ma:contentTypeDescription="Een nieuw document maken." ma:contentTypeScope="" ma:versionID="b94f997d0dc287e7051c0416d60e8c39">
  <xsd:schema xmlns:xsd="http://www.w3.org/2001/XMLSchema" xmlns:xs="http://www.w3.org/2001/XMLSchema" xmlns:p="http://schemas.microsoft.com/office/2006/metadata/properties" xmlns:ns3="cac1e38d-e8c1-4548-bda7-a912a888af67" xmlns:ns4="d68a254f-a789-4585-a0bc-f8e53ec1d82e" targetNamespace="http://schemas.microsoft.com/office/2006/metadata/properties" ma:root="true" ma:fieldsID="974d45a9bac523a07bcdf1c83f585aea" ns3:_="" ns4:_="">
    <xsd:import namespace="cac1e38d-e8c1-4548-bda7-a912a888af67"/>
    <xsd:import namespace="d68a254f-a789-4585-a0bc-f8e53ec1d8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c1e38d-e8c1-4548-bda7-a912a888af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8a254f-a789-4585-a0bc-f8e53ec1d82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c1e38d-e8c1-4548-bda7-a912a888af67" xsi:nil="true"/>
  </documentManagement>
</p:properties>
</file>

<file path=customXml/itemProps1.xml><?xml version="1.0" encoding="utf-8"?>
<ds:datastoreItem xmlns:ds="http://schemas.openxmlformats.org/officeDocument/2006/customXml" ds:itemID="{2F0BEFAC-BAA9-4D12-B137-C074B979B0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c1e38d-e8c1-4548-bda7-a912a888af67"/>
    <ds:schemaRef ds:uri="d68a254f-a789-4585-a0bc-f8e53ec1d8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ECC083-4043-4293-83E1-C7B5D6F17B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3D9AB6-8CC7-4DE1-9171-B39256CC2B2F}">
  <ds:schemaRefs>
    <ds:schemaRef ds:uri="http://purl.org/dc/terms/"/>
    <ds:schemaRef ds:uri="d68a254f-a789-4585-a0bc-f8e53ec1d82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cac1e38d-e8c1-4548-bda7-a912a888af6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1455</TotalTime>
  <Words>13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Tuan-Anh Bui</dc:creator>
  <cp:lastModifiedBy>Tuan-Anh Bui</cp:lastModifiedBy>
  <cp:revision>2</cp:revision>
  <dcterms:created xsi:type="dcterms:W3CDTF">2024-06-26T13:08:57Z</dcterms:created>
  <dcterms:modified xsi:type="dcterms:W3CDTF">2025-05-05T07:22:21Z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0x01010041744D9A9E29D54CA5A28E039B7C1615</vt:lpwstr>
  </property>
</Properties>
</file>